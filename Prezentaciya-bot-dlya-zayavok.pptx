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371600"/>
            <a:ext cx="822960" cy="82296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Cambria"/>
              </a:rPr>
              <a:t>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Бот для заявок</a:t>
            </a:r>
          </a:p>
          <a:p>
            <a:pPr algn="l">
              <a:spcAft>
                <a:spcPts val="200"/>
              </a:spcAft>
            </a:pPr>
            <a:r>
              <a:rPr sz="5400" b="1">
                <a:solidFill>
                  <a:srgbClr val="007AFF"/>
                </a:solidFill>
                <a:latin typeface="Cambria"/>
              </a:rPr>
              <a:t>Битрикс24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8F1FF"/>
                </a:solidFill>
                <a:latin typeface="Calibri"/>
              </a:rPr>
              <a:t>Программа сама следит за партнёрскими заявками и берёт те, которые вам подходят.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Версия 1.1.3  ·  Windows 10 и новее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2433"/>
                </a:solidFill>
                <a:latin typeface="Cambria"/>
              </a:rPr>
              <a:t>Заявку получает тот, кто успел первым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686"/>
                </a:solidFill>
                <a:latin typeface="Calibri"/>
              </a:rPr>
              <a:t>Пока вы открываете портал и просматриваете список, её уже забрали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43000" y="2788920"/>
            <a:ext cx="502920" cy="50292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204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433"/>
                </a:solidFill>
                <a:latin typeface="Calibri"/>
              </a:rPr>
              <a:t>Заявки появляются в любое время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14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в том числе ночью и в выходные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37744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846320" y="2788920"/>
            <a:ext cx="502920" cy="50292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5204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433"/>
                </a:solidFill>
                <a:latin typeface="Calibri"/>
              </a:rPr>
              <a:t>Их разбирают за минуты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114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кто обновил страницу первым, тот и взял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7744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549640" y="2788920"/>
            <a:ext cx="502920" cy="50292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5204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433"/>
                </a:solidFill>
                <a:latin typeface="Calibri"/>
              </a:rPr>
              <a:t>Смотреть вручную весь день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114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невозможно и незачем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7AFF"/>
                </a:solidFill>
                <a:latin typeface="Calibri"/>
              </a:rPr>
              <a:t>Программа делает это вместо вас — ровно, круглосуточно и по вашим правилам.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2433"/>
                </a:solidFill>
                <a:latin typeface="Cambria"/>
              </a:rPr>
              <a:t>Что делает программа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221991"/>
            <a:ext cx="256032" cy="256032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Следит за списком заявок на вашем портале.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907791"/>
            <a:ext cx="256032" cy="256032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8803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Проверяет каждую по вашим условиям.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93591"/>
            <a:ext cx="256032" cy="256032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Подходящую берёт сама, за секунды.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279392"/>
            <a:ext cx="256032" cy="256032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51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Остальные пропускает и пишет, почему.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03120"/>
            <a:ext cx="4754880" cy="3108960"/>
          </a:xfrm>
          <a:prstGeom prst="roundRect">
            <a:avLst>
              <a:gd name="adj" fmla="val 5000"/>
            </a:avLst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49440" y="246888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F1FF"/>
                </a:solidFill>
                <a:latin typeface="Calibri"/>
              </a:rPr>
              <a:t>В журнале это выглядит так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108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4C759"/>
                </a:solidFill>
                <a:latin typeface="Consolas"/>
              </a:rPr>
              <a:t>+  Подходит → беру: интернет-магазин…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5661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F1FF"/>
                </a:solidFill>
                <a:latin typeface="Consolas"/>
              </a:rPr>
              <a:t>–  Пропустил (правила): стоп-слово «студент»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0233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F1FF"/>
                </a:solidFill>
                <a:latin typeface="Consolas"/>
              </a:rPr>
              <a:t>–  Пропустил (нейросеть): не тот профиль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480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4C759"/>
                </a:solidFill>
                <a:latin typeface="Consolas"/>
              </a:rPr>
              <a:t>+  Подходит → беру: лендинг для клиники…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2433"/>
                </a:solidFill>
                <a:latin typeface="Cambria"/>
              </a:rPr>
              <a:t>Три шага до первой заявки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331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3"/>
                </a:solidFill>
                <a:latin typeface="Cambria"/>
              </a:rPr>
              <a:t>Войти на портал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686"/>
                </a:solidFill>
                <a:latin typeface="Calibri"/>
              </a:rPr>
              <a:t>Один раз, через обычное окно браузера. Вход сохраняется.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611880"/>
            <a:ext cx="685800" cy="68580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3"/>
                </a:solidFill>
                <a:latin typeface="Cambria"/>
              </a:rPr>
              <a:t>Объяснить, что брать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686"/>
                </a:solidFill>
                <a:latin typeface="Calibri"/>
              </a:rPr>
              <a:t>Словами или галочками — как удобнее.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937760"/>
            <a:ext cx="685800" cy="68580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834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3"/>
                </a:solidFill>
                <a:latin typeface="Cambria"/>
              </a:rPr>
              <a:t>Нажать «Старт»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4864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686"/>
                </a:solidFill>
                <a:latin typeface="Calibri"/>
              </a:rPr>
              <a:t>Дальше программа работает сама.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3093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007AFF"/>
                </a:solidFill>
                <a:latin typeface="Calibri"/>
              </a:rPr>
              <a:t>Пока стоит галочка «Только смотреть», программа ничего не берёт — показывает, что взяла бы.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2433"/>
                </a:solidFill>
                <a:latin typeface="Cambria"/>
              </a:rPr>
              <a:t>Вы решаете, кто отбирает заявки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686"/>
                </a:solidFill>
                <a:latin typeface="Calibri"/>
              </a:rPr>
              <a:t>Режим переключается одной кнопкой и меняется в любой момент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43000" y="2788920"/>
            <a:ext cx="457200" cy="45720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290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433"/>
                </a:solidFill>
                <a:latin typeface="Cambria"/>
              </a:rPr>
              <a:t>Правила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02336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Слова, стоп-слова, города, отсечки.
Работает мгновенно, ничего не требует.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37744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846320" y="2788920"/>
            <a:ext cx="457200" cy="457200"/>
          </a:xfrm>
          <a:prstGeom prst="ellipse">
            <a:avLst/>
          </a:prstGeom>
          <a:solidFill>
            <a:srgbClr val="5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4290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433"/>
                </a:solidFill>
                <a:latin typeface="Cambria"/>
              </a:rPr>
              <a:t>Нейросеть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02336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Правило обычными словами.
Понимает то, что галочками не опишешь.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7744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549640" y="2788920"/>
            <a:ext cx="457200" cy="45720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4290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433"/>
                </a:solidFill>
                <a:latin typeface="Cambria"/>
              </a:rPr>
              <a:t>Правила + нейросеть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02336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Сначала правила отсеивают мусор, потом проверяет нейросеть.
Экономит лимиты.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Правило пишется словами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15600" cy="1005840"/>
          </a:xfrm>
          <a:prstGeom prst="roundRect">
            <a:avLst>
              <a:gd name="adj" fmla="val 5000"/>
            </a:avLst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«бери интернет-магазины и лендинги, не бери продление лицензий»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F1FF"/>
                </a:solidFill>
                <a:latin typeface="Calibri"/>
              </a:rPr>
              <a:t>А программа сразу отвечает, как она это поняла: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88720" y="434340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4C759"/>
                </a:solidFill>
                <a:latin typeface="Calibri"/>
              </a:rPr>
              <a:t>Беру заявки со словами: магазин, лендинг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F1FF"/>
                </a:solidFill>
                <a:latin typeface="Calibri"/>
              </a:rPr>
              <a:t>Пропускаю, если есть: лицензи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16636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F1FF"/>
                </a:solidFill>
                <a:latin typeface="Calibri"/>
              </a:rPr>
              <a:t>Город не ограничиваю — беру со всей страны.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B4FF"/>
                </a:solidFill>
                <a:latin typeface="Calibri"/>
              </a:rPr>
              <a:t>Никаких скрытых правил: видно ровно то, по чему программа будет работать.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2433"/>
                </a:solidFill>
                <a:latin typeface="Cambria"/>
              </a:rPr>
              <a:t>Работает аккуратно и в открытую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3000" y="2606040"/>
            <a:ext cx="411480" cy="41148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57860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433"/>
                </a:solidFill>
                <a:latin typeface="Calibri"/>
              </a:rPr>
              <a:t>Ничего не обходит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301752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Работает от вашего имени в вашем кабинете, как если бы вы обновляли страницу сами.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2860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675120" y="2606040"/>
            <a:ext cx="411480" cy="41148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7860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433"/>
                </a:solidFill>
                <a:latin typeface="Calibri"/>
              </a:rPr>
              <a:t>Щадящая частота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1752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Проверка раз в 25–45 секунд вразнобой — чтобы не создавать нагрузку на портал.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891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43000" y="4709159"/>
            <a:ext cx="411480" cy="41148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68172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433"/>
                </a:solidFill>
                <a:latin typeface="Calibri"/>
              </a:rPr>
              <a:t>Вход и ключи зашифрованы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12064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Привязаны к вашей учётной записи Windows. На чужом компьютере не прочитаются.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3891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675120" y="4709159"/>
            <a:ext cx="411480" cy="41148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68172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433"/>
                </a:solidFill>
                <a:latin typeface="Calibri"/>
              </a:rPr>
              <a:t>Ничего не уходит наружу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12064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Никакой отправки ваших заявок и настроек на сторонние серверы.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2433"/>
                </a:solidFill>
                <a:latin typeface="Cambria"/>
              </a:rPr>
              <a:t>Что ещё внутри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5603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Проверка без риска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прогон по текущим заявкам — покажет решение по каждой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2860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История и статистика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9718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что взято, что отсеяно, выгрузка в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8600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49640" y="25603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Рабочие часы и лимит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9718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ночью спит, за день берёт не больше заданного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9768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45720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Трей и автозапуск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834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не мешает и стартует вместе с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29768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46320" y="45720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Пароль на окно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9834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от посторонних за вашим компьютером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29768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549640" y="45720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Перенос настроек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9834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686"/>
                </a:solidFill>
                <a:latin typeface="Calibri"/>
              </a:rPr>
              <a:t>файлом на другой компьютер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2433"/>
                </a:solidFill>
                <a:latin typeface="Cambria"/>
              </a:rPr>
              <a:t>Лицензия и обновления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5212080" cy="33832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3000" y="2514600"/>
            <a:ext cx="457200" cy="45720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433"/>
                </a:solidFill>
                <a:latin typeface="Cambria"/>
              </a:rPr>
              <a:t>Ключ под ваш портал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03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— Выдаётся продавцом и вводится один раз.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60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— Бывает бессрочным или на срок.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17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— Программа заранее предупредит, что срок кончается.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074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— Нужен интернет: без проверки лицензии 14 дней работы бот встаёт.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629400" y="2514600"/>
            <a:ext cx="457200" cy="45720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546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433"/>
                </a:solidFill>
                <a:latin typeface="Cambria"/>
              </a:rPr>
              <a:t>Обновления сами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7033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— Программа проверяет новую версию каждые 12 часов.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1605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— Сообщает и даёт ссылку — но ничего не ставит без вас.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6177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— Обновление поверх: настройки и статистика сохраняются.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Попробовать проще, чем кажется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3464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Windows 10 (2004) или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F1FF"/>
                </a:solidFill>
                <a:latin typeface="Calibri"/>
              </a:rPr>
              <a:t>сборка 19041 и новее, без прав администратора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83464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46320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Браузер Chromium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611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F1FF"/>
                </a:solidFill>
                <a:latin typeface="Calibri"/>
              </a:rPr>
              <a:t>Edge уже есть в Windows; подойдут Chrome, Яндекс, Brave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83464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6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49640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Партнёрский портал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611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F1FF"/>
                </a:solidFill>
                <a:latin typeface="Calibri"/>
              </a:rPr>
              <a:t>и лицензионный ключ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F1FF"/>
                </a:solidFill>
                <a:latin typeface="Calibri"/>
              </a:rPr>
              <a:t>Первый запуск — в режиме «только смотреть»: программа покажет, что взяла бы, ничего не трогая.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686"/>
                </a:solidFill>
                <a:latin typeface="Calibri"/>
              </a:rPr>
              <a:t>Бот для заявок Битрикс24  ·  версия 1.1.3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